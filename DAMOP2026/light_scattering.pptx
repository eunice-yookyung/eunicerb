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74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C9E1BF-BBCB-B8B8-D0D6-F358994A94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195BC17-1BA4-069F-F2F7-4BC2F2DFD1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DC561E-2586-D337-479B-223F5688B4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EBBD17-9AC3-4E3B-829F-A7AE3F4131CD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6B3F94-9180-B394-9FF7-97AD652464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73E788-36D7-E1E1-DDA0-BECD630BF4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8CFF8F-6617-428E-9314-96DE529C98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72205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F50BD1-CADE-7C00-7D04-AFBCFEA811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6C5C98-404D-04A0-04B6-1FCCEC3C1E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941E07-C2E4-1040-649A-105C186BD4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EBBD17-9AC3-4E3B-829F-A7AE3F4131CD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06966F-0B14-80FB-5F9E-5124AE4FC3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06909A-2DCA-9A4B-7FC3-3449177DA0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8CFF8F-6617-428E-9314-96DE529C98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59943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FE6456-0382-5267-4F05-34A13C9D40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DD25B0-1D9C-8CB9-B25E-9C99D742A5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B9E203-A855-8182-471D-2C76660EE9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EBBD17-9AC3-4E3B-829F-A7AE3F4131CD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62991E-F270-5B36-1B60-C7D449C949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1F8D96-19D5-77A2-FCA0-3D1390AE47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8CFF8F-6617-428E-9314-96DE529C98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29223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5E0C29-C6D3-98A1-9CE3-E5A18AF39D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3D46AA-96F4-6C94-6B6A-2BE6A16980F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1D00CF-8283-4797-8AEC-5A85D104A2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A4E4B9-D8D4-77AA-9B1A-CAB79640B8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EBBD17-9AC3-4E3B-829F-A7AE3F4131CD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1C70C5-D707-C381-4B3C-C4BEA573F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5DF1227-0BED-62EA-9077-0009CA2657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8CFF8F-6617-428E-9314-96DE529C98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12691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276881-2513-9EA2-BCE6-4BF161F04C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259CC3-3C73-611D-D070-F8D74A639E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3A6A16-EDDC-D177-15B6-81F56A2E8D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ACA4094-C675-6A62-0F3E-DD582CE9F18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83DABE3-8037-CCE8-3FD2-583C90C71C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EA4C9C2-2076-B4C8-C477-A7110EDF89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EBBD17-9AC3-4E3B-829F-A7AE3F4131CD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C5A0592-56E1-F036-56E1-8065E14E13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4DF0026-6505-0681-60DF-FD6552D8BB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8CFF8F-6617-428E-9314-96DE529C98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00903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05ACF6-50D1-D1A0-EA77-FF6B852232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5EB6F4E-9ED2-2870-0015-781AC06A95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EBBD17-9AC3-4E3B-829F-A7AE3F4131CD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A2C3897-008B-EF68-DA61-252C2DDF0C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E984018-BBB9-E2A5-C869-7909CA262E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8CFF8F-6617-428E-9314-96DE529C98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039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079C070-45F8-3E8C-1E2B-BF55E68643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EBBD17-9AC3-4E3B-829F-A7AE3F4131CD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2A72B97-2DDC-69AF-9A81-61D0EC3F5F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1BA88C-841F-2C00-9F9B-23F9BE5E13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8CFF8F-6617-428E-9314-96DE529C98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95660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9DA790-A5EA-E624-9938-CB807B9D95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F86193-16C2-81E7-B895-84D5DAEC27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8F6AE3-15C7-C10C-8574-BECA59130A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72DA6A-63EC-0A85-7BC3-A856FAC701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EBBD17-9AC3-4E3B-829F-A7AE3F4131CD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4C86D9A-A0A8-F9E6-B884-5B66093569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B2550A-461A-CB3D-81D5-1DA500FFB4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8CFF8F-6617-428E-9314-96DE529C98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715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1EEC9F-E0F6-DFB0-8418-7212833359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9F7E69B-8F64-2CE3-15EB-436157532D1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FAB0904-6BDD-A1E8-BB9E-747AD03407F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C3F892-D475-7531-ABC9-831CAD542D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EBBD17-9AC3-4E3B-829F-A7AE3F4131CD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E7F5543-65C6-20AD-9F4B-A72CC41C83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6E761A-DFD2-AB99-3E77-D033BB993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8CFF8F-6617-428E-9314-96DE529C98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9932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901306-99DA-358E-15B0-35E0C8213F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E28C62-2D9E-7B7F-B9FC-C4A681AD6E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956605-16D8-1CFD-4DA4-96048E0871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EBBD17-9AC3-4E3B-829F-A7AE3F4131CD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64661B-2AFB-58CC-60EF-7E8C0B36DC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E83934-86EC-1C5A-F8A6-19E3A71A2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8CFF8F-6617-428E-9314-96DE529C98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1846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EAB03B7-F3BD-946C-70AB-76935F5BD17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8909B49-9B62-F418-FE49-694A318B54B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C391F4-88FE-C2A3-B6FF-7811BB9C6F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EBBD17-9AC3-4E3B-829F-A7AE3F4131CD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A07DBF-589E-C061-07CB-AF1F138192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F9CCC1-0D94-DFDE-E26A-E1ADF6517D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8CFF8F-6617-428E-9314-96DE529C98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6754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C09A32F-9919-ADA2-DE8C-3C851FF00B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494A77-35D2-BCB1-F7AE-142B0194C8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5341B1-67CB-715F-B08A-34BA06FD928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BEBBD17-9AC3-4E3B-829F-A7AE3F4131CD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84E206-AA54-6E89-641F-E09342F863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DA389A-90F4-B586-801B-80314F7E868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18CFF8F-6617-428E-9314-96DE529C98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40014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77D90F-73D9-BFAE-3741-453CDEF5E2C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Light scattering from closely spaced atom pairs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220540F-86A1-F912-55FF-7C1FA0FE83F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08474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3E66F4-E6C5-8E2E-BF07-B18B538368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Scattering pictures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C48FBC-50D4-5C52-7C17-BFA648E9BD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26375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444026-157F-9B7A-0CD1-7EB2E0E8F9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Quantum description: Which-way information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F38AF4-4E96-7D6D-AD0C-99DBEDCF1E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11429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39A70C-5681-490F-40D5-D02528EDDC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Collective scattering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F43BF8-32D4-E83B-64CA-215543AD81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More than single atoms</a:t>
            </a:r>
          </a:p>
        </p:txBody>
      </p:sp>
    </p:spTree>
    <p:extLst>
      <p:ext uri="{BB962C8B-B14F-4D97-AF65-F5344CB8AC3E}">
        <p14:creationId xmlns:p14="http://schemas.microsoft.com/office/powerpoint/2010/main" val="8489447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9ED580-3180-C645-8730-3EF95CC669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5E3401-E95F-334E-F9A4-BFED2F45D9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28708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</Words>
  <Application>Microsoft Office PowerPoint</Application>
  <PresentationFormat>Widescreen</PresentationFormat>
  <Paragraphs>5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Light scattering from closely spaced atom pairs</vt:lpstr>
      <vt:lpstr>Scattering pictures</vt:lpstr>
      <vt:lpstr>Quantum description: Which-way information</vt:lpstr>
      <vt:lpstr>Collective scattering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eunice.yookyung.phy@gmail.com</dc:creator>
  <cp:lastModifiedBy>eunice.yookyung.phy@gmail.com</cp:lastModifiedBy>
  <cp:revision>1</cp:revision>
  <dcterms:created xsi:type="dcterms:W3CDTF">2026-05-26T14:10:21Z</dcterms:created>
  <dcterms:modified xsi:type="dcterms:W3CDTF">2026-05-26T14:10:45Z</dcterms:modified>
</cp:coreProperties>
</file>